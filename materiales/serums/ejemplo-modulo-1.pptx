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926080" cy="457200"/>
          </a:xfrm>
          <a:prstGeom prst="roundRect">
            <a:avLst/>
          </a:prstGeom>
          <a:solidFill>
            <a:srgbClr val="76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</a:rPr>
              <a:t>MATERIAL DE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600" b="1">
                <a:solidFill>
                  <a:srgbClr val="FFFFFF"/>
                </a:solidFill>
              </a:defRPr>
            </a:pPr>
            <a:r>
              <a:t>SERUMS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000" b="0">
                <a:solidFill>
                  <a:srgbClr val="9FF0E8"/>
                </a:solidFill>
              </a:defRPr>
            </a:pPr>
            <a:r>
              <a:t>Módulo 1 · Salud pública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DA99F"/>
                </a:solidFill>
              </a:defRPr>
            </a:pPr>
            <a:r>
              <a:t>Dr. Consulta · Formación médica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926080" cy="457200"/>
          </a:xfrm>
          <a:prstGeom prst="roundRect">
            <a:avLst/>
          </a:prstGeom>
          <a:solidFill>
            <a:srgbClr val="76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</a:rPr>
              <a:t>MATERIAL DE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B1220"/>
                </a:solidFill>
              </a:defRPr>
            </a:pPr>
            <a:r>
              <a:t>Así se verán las presentaciones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• Se ven directamente en la página, diapositiva por diapositiva.</a:t>
            </a:r>
          </a:p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• También se pueden descargar para estudiar sin conexión.</a:t>
            </a:r>
          </a:p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• Este archivo se reemplazará por la presentación real del equipo docente.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B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926080" cy="457200"/>
          </a:xfrm>
          <a:prstGeom prst="roundRect">
            <a:avLst/>
          </a:prstGeom>
          <a:solidFill>
            <a:srgbClr val="765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400" b="1">
                <a:solidFill>
                  <a:srgbClr val="FFFFFF"/>
                </a:solidFill>
              </a:rPr>
              <a:t>MATERIAL DE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0B1220"/>
                </a:solidFill>
              </a:defRPr>
            </a:pPr>
            <a:r>
              <a:t>Estructura sugerida del módulo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1. Objetivos del módulo</a:t>
            </a:r>
          </a:p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2. Desarrollo del contenido</a:t>
            </a:r>
          </a:p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3. Puntos clave para recordar</a:t>
            </a:r>
          </a:p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4. Casos o preguntas de práctica</a:t>
            </a:r>
          </a:p>
          <a:p>
            <a:pPr>
              <a:spcAft>
                <a:spcPts val="1000"/>
              </a:spcAft>
              <a:defRPr sz="2400" b="0">
                <a:solidFill>
                  <a:srgbClr val="334155"/>
                </a:solidFill>
              </a:defRPr>
            </a:pPr>
            <a:r>
              <a:t>5. Bibliografía y fuentes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SERUMS - Módulo 1 (material de ejemplo)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